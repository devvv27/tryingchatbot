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Booking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 Case Submission Presentation</a:t>
            </a:r>
          </a:p>
          <a:p>
            <a:r>
              <a:t>Candidate: Dewang Choudhary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Build a chat-based AI assistant for bookings.</a:t>
            </a:r>
          </a:p>
          <a:p>
            <a:pPr>
              <a:defRPr sz="2100"/>
            </a:pPr>
            <a:r>
              <a:t>Support PDF-based RAG for information answering.</a:t>
            </a:r>
          </a:p>
          <a:p>
            <a:pPr>
              <a:defRPr sz="2100"/>
            </a:pPr>
            <a:r>
              <a:t>Detect booking intent and collect details in multi-turn chat.</a:t>
            </a:r>
          </a:p>
          <a:p>
            <a:pPr>
              <a:defRPr sz="2100"/>
            </a:pPr>
            <a:r>
              <a:t>Confirm details before storage and send confirmation email.</a:t>
            </a:r>
          </a:p>
          <a:p>
            <a:pPr>
              <a:defRPr sz="2100"/>
            </a:pPr>
            <a:r>
              <a:t>Provide an Admin Dashboard to view and filter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and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Frontend: Streamlit with chat interface, PDF upload, and admin page.</a:t>
            </a:r>
          </a:p>
          <a:p>
            <a:pPr>
              <a:defRPr sz="2100"/>
            </a:pPr>
            <a:r>
              <a:t>LLM: Gemini (primary) with provider-configured setup.</a:t>
            </a:r>
          </a:p>
          <a:p>
            <a:pPr>
              <a:defRPr sz="2100"/>
            </a:pPr>
            <a:r>
              <a:t>RAG: PDF text extraction, chunking, TF-IDF embeddings, top-k retrieval.</a:t>
            </a:r>
          </a:p>
          <a:p>
            <a:pPr>
              <a:defRPr sz="2100"/>
            </a:pPr>
            <a:r>
              <a:t>Booking flow: intent detection, slot filling, validation, confirmation step.</a:t>
            </a:r>
          </a:p>
          <a:p>
            <a:pPr>
              <a:defRPr sz="2100"/>
            </a:pPr>
            <a:r>
              <a:t>Persistence: SQLite schema for customers and bookings.</a:t>
            </a:r>
          </a:p>
          <a:p>
            <a:pPr>
              <a:defRPr sz="2100"/>
            </a:pPr>
            <a:r>
              <a:t>Notifications: SMTP email tool with graceful failure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40080"/>
            <a:ext cx="10241280" cy="822960"/>
          </a:xfrm>
          <a:prstGeom prst="rect">
            <a:avLst/>
          </a:prstGeom>
          <a:solidFill>
            <a:srgbClr val="E6F0FA"/>
          </a:solidFill>
          <a:ln>
            <a:solidFill>
              <a:srgbClr val="3C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User (Streamlit 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241280" cy="822960"/>
          </a:xfrm>
          <a:prstGeom prst="rect">
            <a:avLst/>
          </a:prstGeom>
          <a:solidFill>
            <a:srgbClr val="E6F0FA"/>
          </a:solidFill>
          <a:ln>
            <a:solidFill>
              <a:srgbClr val="3C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Chat Logic</a:t>
            </a:r>
            <a:br/>
            <a:r>
              <a:t>Intent + Memory +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10241280" cy="822960"/>
          </a:xfrm>
          <a:prstGeom prst="rect">
            <a:avLst/>
          </a:prstGeom>
          <a:solidFill>
            <a:srgbClr val="E6F0FA"/>
          </a:solidFill>
          <a:ln>
            <a:solidFill>
              <a:srgbClr val="3C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RAG Pipeline</a:t>
            </a:r>
            <a:br/>
            <a:r>
              <a:t>PDF -&gt; Chunk -&gt; Embed -&gt; Retrieve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10241280" cy="822960"/>
          </a:xfrm>
          <a:prstGeom prst="rect">
            <a:avLst/>
          </a:prstGeom>
          <a:solidFill>
            <a:srgbClr val="E6F0FA"/>
          </a:solidFill>
          <a:ln>
            <a:solidFill>
              <a:srgbClr val="3C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Booking Tools</a:t>
            </a:r>
            <a:br/>
            <a:r>
              <a:t>DB Save +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394960"/>
            <a:ext cx="10241280" cy="822960"/>
          </a:xfrm>
          <a:prstGeom prst="rect">
            <a:avLst/>
          </a:prstGeom>
          <a:solidFill>
            <a:srgbClr val="E6F0FA"/>
          </a:solidFill>
          <a:ln>
            <a:solidFill>
              <a:srgbClr val="3C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SQLite + Admin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User uploads one or more PDFs in Streamlit.</a:t>
            </a:r>
          </a:p>
          <a:p>
            <a:pPr>
              <a:defRPr sz="2100"/>
            </a:pPr>
            <a:r>
              <a:t>System extracts text from PDF pages.</a:t>
            </a:r>
          </a:p>
          <a:p>
            <a:pPr>
              <a:defRPr sz="2100"/>
            </a:pPr>
            <a:r>
              <a:t>Text is split into overlapping chunks.</a:t>
            </a:r>
          </a:p>
          <a:p>
            <a:pPr>
              <a:defRPr sz="2100"/>
            </a:pPr>
            <a:r>
              <a:t>Chunks are embedded into a lightweight vector representation.</a:t>
            </a:r>
          </a:p>
          <a:p>
            <a:pPr>
              <a:defRPr sz="2100"/>
            </a:pPr>
            <a:r>
              <a:t>For each query, top relevant chunks are retrieved and passed to LLM.</a:t>
            </a:r>
          </a:p>
          <a:p>
            <a:pPr>
              <a:defRPr sz="2100"/>
            </a:pPr>
            <a:r>
              <a:t>Fallback retrieval handles broad summary-style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1. Detect booking intent from user input.</a:t>
            </a:r>
          </a:p>
          <a:p>
            <a:pPr>
              <a:defRPr sz="2100"/>
            </a:pPr>
            <a:r>
              <a:t>2. Extract known fields: name, email, phone, type, date, time.</a:t>
            </a:r>
          </a:p>
          <a:p>
            <a:pPr>
              <a:defRPr sz="2100"/>
            </a:pPr>
            <a:r>
              <a:t>3. Ask only missing fields with validation.</a:t>
            </a:r>
          </a:p>
          <a:p>
            <a:pPr>
              <a:defRPr sz="2100"/>
            </a:pPr>
            <a:r>
              <a:t>4. Summarize collected details.</a:t>
            </a:r>
          </a:p>
          <a:p>
            <a:pPr>
              <a:defRPr sz="2100"/>
            </a:pPr>
            <a:r>
              <a:t>5. Ask explicit confirmation from user.</a:t>
            </a:r>
          </a:p>
          <a:p>
            <a:pPr>
              <a:defRPr sz="2100"/>
            </a:pPr>
            <a:r>
              <a:t>6. On confirm: save booking in DB and trigger email.</a:t>
            </a:r>
          </a:p>
          <a:p>
            <a:pPr>
              <a:defRPr sz="2100"/>
            </a:pPr>
            <a:r>
              <a:t>7. Return booking ID and maintain recent chat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 and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2405C"/>
                </a:solidFill>
              </a:defRPr>
            </a:pPr>
            <a:r>
              <a:t>Admin Dashboard</a:t>
            </a:r>
          </a:p>
          <a:p>
            <a:pPr lvl="1">
              <a:defRPr sz="1800"/>
            </a:pPr>
            <a:r>
              <a:t>View all stored bookings</a:t>
            </a:r>
          </a:p>
          <a:p>
            <a:pPr lvl="1">
              <a:defRPr sz="1800"/>
            </a:pPr>
            <a:r>
              <a:t>Filter by name, email, date</a:t>
            </a:r>
          </a:p>
          <a:p>
            <a:pPr lvl="1">
              <a:defRPr sz="1800"/>
            </a:pPr>
            <a:r>
              <a:t>See booking status and 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2405C"/>
                </a:solidFill>
              </a:defRPr>
            </a:pPr>
            <a:r>
              <a:t>User Experience</a:t>
            </a:r>
          </a:p>
          <a:p>
            <a:pPr lvl="1">
              <a:defRPr sz="1800"/>
            </a:pPr>
            <a:r>
              <a:t>Clear user vs assistant chat messages</a:t>
            </a:r>
          </a:p>
          <a:p>
            <a:pPr lvl="1">
              <a:defRPr sz="1800"/>
            </a:pPr>
            <a:r>
              <a:t>PDF upload and processing status</a:t>
            </a:r>
          </a:p>
          <a:p>
            <a:pPr lvl="1">
              <a:defRPr sz="1800"/>
            </a:pPr>
            <a:r>
              <a:t>Friendly runtime and validation messages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Handles invalid or non-extractable PDFs.</a:t>
            </a:r>
          </a:p>
          <a:p>
            <a:pPr>
              <a:defRPr sz="2100"/>
            </a:pPr>
            <a:r>
              <a:t>Validates email, date (YYYY-MM-DD), and time (HH:MM).</a:t>
            </a:r>
          </a:p>
          <a:p>
            <a:pPr>
              <a:defRPr sz="2100"/>
            </a:pPr>
            <a:r>
              <a:t>Catches DB insert/connection failures.</a:t>
            </a:r>
          </a:p>
          <a:p>
            <a:pPr>
              <a:defRPr sz="2100"/>
            </a:pPr>
            <a:r>
              <a:t>Handles email delivery failures gracefully.</a:t>
            </a:r>
          </a:p>
          <a:p>
            <a:pPr>
              <a:defRPr sz="2100"/>
            </a:pPr>
            <a:r>
              <a:t>Shows user-friendly messages and status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Challenge: scanned PDFs may have low extractable text.</a:t>
            </a:r>
          </a:p>
          <a:p>
            <a:pPr>
              <a:defRPr sz="2100"/>
            </a:pPr>
            <a:r>
              <a:t>Future: add OCR fallback for image-only PDFs.</a:t>
            </a:r>
          </a:p>
          <a:p>
            <a:pPr>
              <a:defRPr sz="2100"/>
            </a:pPr>
            <a:r>
              <a:t>Future: upgrade to semantic vector DB for larger corpora.</a:t>
            </a:r>
          </a:p>
          <a:p>
            <a:pPr>
              <a:defRPr sz="2100"/>
            </a:pPr>
            <a:r>
              <a:t>Future: add booking edit/cancel/export actions in admin panel.</a:t>
            </a:r>
          </a:p>
          <a:p>
            <a:pPr>
              <a:defRPr sz="2100"/>
            </a:pPr>
            <a:r>
              <a:t>Future: add STT/TTS and richer UI animations.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Deployment Link: https://tryingchatbot-fqskya4z4ncu5xdzhr973r.streamlit.app</a:t>
            </a:r>
          </a:p>
          <a:p>
            <a:pPr>
              <a:defRPr sz="2100"/>
            </a:pPr>
            <a:r>
              <a:t>GitHub Repository: https://github.com/devvv27/tryingchatbot</a:t>
            </a:r>
          </a:p>
          <a:p>
            <a:pPr>
              <a:defRPr sz="2100"/>
            </a:pPr>
            <a:r>
              <a:t>App includes chat, RAG, booking flow, DB storage, email tool, and admin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