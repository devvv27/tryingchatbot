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41387"/>
            <a:ext cx="7772400" cy="1470025"/>
          </a:xfrm>
        </p:spPr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rPr dirty="0"/>
              <a:t>AI Booking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2345266"/>
            <a:ext cx="6400800" cy="1752600"/>
          </a:xfrm>
        </p:spPr>
        <p:txBody>
          <a:bodyPr/>
          <a:lstStyle/>
          <a:p>
            <a:pPr>
              <a:defRPr sz="2000">
                <a:solidFill>
                  <a:srgbClr val="1E2328"/>
                </a:solidFill>
              </a:defRPr>
            </a:pPr>
            <a:r>
              <a:rPr dirty="0"/>
              <a:t>Use Case Submission Presentation</a:t>
            </a:r>
          </a:p>
          <a:p>
            <a:r>
              <a:rPr dirty="0" err="1"/>
              <a:t>Dewang</a:t>
            </a:r>
            <a:r>
              <a:rPr dirty="0"/>
              <a:t> Choudhary</a:t>
            </a:r>
            <a:endParaRPr lang="en-US" dirty="0"/>
          </a:p>
          <a:p>
            <a:r>
              <a:rPr lang="en-IN" dirty="0"/>
              <a:t>BL.EN.U4AIE23145</a:t>
            </a:r>
            <a:endParaRPr lang="en-US" dirty="0"/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324E"/>
                </a:solidFill>
              </a:defRPr>
            </a:pPr>
            <a:r>
              <a:t>Chat + RAG + Booking Workflow + Admin Dashboard +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Problem statement and goals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System design and architecture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RAG pipeline and booking flow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Admin dashboard and validations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Deployment, links, and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Build a chat-based AI assistant for bookings.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Support PDF-based RAG for information answering.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Detect booking intent and collect details in multi-turn chat.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Confirm details before storage and send confirmation email.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Provide an Admin Dashboard to view and filter bookings.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Solution Overview and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Frontend: Streamlit with chat interface, PDF upload, and admin page.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LLM: Gemini (primary) with provider-configured setup.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RAG: PDF text extraction, chunking, TF-IDF embeddings, top-k retrieval.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Booking flow: intent detection, slot filling, validation, confirmation step.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Persistence: SQLite schema for customers and bookings.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Notifications: SMTP email tool with graceful failure handling.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10241280" cy="8229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324E"/>
                </a:solidFill>
              </a:defRPr>
            </a:pPr>
            <a:r>
              <a:t>User (Streamlit UI)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06440" y="1389888"/>
            <a:ext cx="457200" cy="411480"/>
          </a:xfrm>
          <a:prstGeom prst="down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241280" cy="822960"/>
          </a:xfrm>
          <a:prstGeom prst="roundRect">
            <a:avLst/>
          </a:prstGeom>
          <a:solidFill>
            <a:srgbClr val="E3EEF7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324E"/>
                </a:solidFill>
              </a:defRPr>
            </a:pPr>
            <a:r>
              <a:t>Chat Logic</a:t>
            </a:r>
            <a:br/>
            <a:r>
              <a:t>Intent + Memory + Routing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06440" y="2578608"/>
            <a:ext cx="457200" cy="411480"/>
          </a:xfrm>
          <a:prstGeom prst="down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0241280" cy="8229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324E"/>
                </a:solidFill>
              </a:defRPr>
            </a:pPr>
            <a:r>
              <a:t>RAG Pipeline</a:t>
            </a:r>
            <a:br/>
            <a:r>
              <a:t>PDF -&gt; Chunk -&gt; Embed -&gt; Retrieve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3767328"/>
            <a:ext cx="457200" cy="411480"/>
          </a:xfrm>
          <a:prstGeom prst="down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10241280" cy="822960"/>
          </a:xfrm>
          <a:prstGeom prst="roundRect">
            <a:avLst/>
          </a:prstGeom>
          <a:solidFill>
            <a:srgbClr val="E3EEF7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324E"/>
                </a:solidFill>
              </a:defRPr>
            </a:pPr>
            <a:r>
              <a:t>Booking Tools</a:t>
            </a:r>
            <a:br/>
            <a:r>
              <a:t>DB Save + Email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4956048"/>
            <a:ext cx="457200" cy="411480"/>
          </a:xfrm>
          <a:prstGeom prst="down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5394960"/>
            <a:ext cx="10241280" cy="8229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324E"/>
                </a:solidFill>
              </a:defRPr>
            </a:pPr>
            <a:r>
              <a:t>SQLite + Admin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RAG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User uploads one or more PDFs in Streamlit.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System extracts text from PDF pages.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Text is split into overlapping chunks.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Chunks are embedded into a lightweight vector representation.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For each query, top relevant chunks are retrieved and passed to LLM.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Fallback retrieval handles broad summary-style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Booking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1. Detect booking intent from user input.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2. Extract known fields: name, email, phone, type, date, time.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3. Ask only missing fields with validation.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4. Summarize collected details.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5. Ask explicit confirmation from user.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6. On confirm: save booking in DB and trigger email.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7. Return booking ID and maintain recent chat memory.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Booking Flow (Visual)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828800" cy="12801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324E"/>
                </a:solidFill>
              </a:defRPr>
            </a:pPr>
            <a:r>
              <a:t>1. Intent Detection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31720" y="2423160"/>
            <a:ext cx="411480" cy="411480"/>
          </a:xfrm>
          <a:prstGeom prst="right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68880" y="2011680"/>
            <a:ext cx="1828800" cy="12801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324E"/>
                </a:solidFill>
              </a:defRPr>
            </a:pPr>
            <a:r>
              <a:t>2. Extract Known Fields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51960" y="2423160"/>
            <a:ext cx="411480" cy="411480"/>
          </a:xfrm>
          <a:prstGeom prst="right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1828800" cy="12801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324E"/>
                </a:solidFill>
              </a:defRPr>
            </a:pPr>
            <a:r>
              <a:t>3. Ask Missing Fields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2423160"/>
            <a:ext cx="411480" cy="411480"/>
          </a:xfrm>
          <a:prstGeom prst="right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1828800" cy="12801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324E"/>
                </a:solidFill>
              </a:defRPr>
            </a:pPr>
            <a:r>
              <a:t>4. Show Summary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92440" y="2423160"/>
            <a:ext cx="411480" cy="411480"/>
          </a:xfrm>
          <a:prstGeom prst="right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1828800" cy="12801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324E"/>
                </a:solidFill>
              </a:defRPr>
            </a:pPr>
            <a:r>
              <a:t>5. Get Confirmation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012680" y="2423160"/>
            <a:ext cx="411480" cy="411480"/>
          </a:xfrm>
          <a:prstGeom prst="rightArrow">
            <a:avLst/>
          </a:prstGeom>
          <a:solidFill>
            <a:srgbClr val="13B19A"/>
          </a:solidFill>
          <a:ln>
            <a:solidFill>
              <a:srgbClr val="13B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49840" y="2011680"/>
            <a:ext cx="1828800" cy="1280160"/>
          </a:xfrm>
          <a:prstGeom prst="roundRect">
            <a:avLst/>
          </a:prstGeom>
          <a:solidFill>
            <a:srgbClr val="EDF5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324E"/>
                </a:solidFill>
              </a:defRPr>
            </a:pPr>
            <a:r>
              <a:t>6. Save + Email + Booking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Admin Dashboard and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324E"/>
                </a:solidFill>
              </a:defRPr>
            </a:pPr>
            <a:r>
              <a:t>Admin Dashboard</a:t>
            </a:r>
          </a:p>
          <a:p>
            <a:pPr lvl="1">
              <a:defRPr sz="1800">
                <a:solidFill>
                  <a:srgbClr val="1E2328"/>
                </a:solidFill>
              </a:defRPr>
            </a:pPr>
            <a:r>
              <a:t>View all stored bookings</a:t>
            </a:r>
          </a:p>
          <a:p>
            <a:pPr lvl="1">
              <a:defRPr sz="1800">
                <a:solidFill>
                  <a:srgbClr val="1E2328"/>
                </a:solidFill>
              </a:defRPr>
            </a:pPr>
            <a:r>
              <a:t>Filter by name, email, date</a:t>
            </a:r>
          </a:p>
          <a:p>
            <a:pPr lvl="1">
              <a:defRPr sz="1800">
                <a:solidFill>
                  <a:srgbClr val="1E2328"/>
                </a:solidFill>
              </a:defRPr>
            </a:pPr>
            <a:r>
              <a:t>See booking status and timestamps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324E"/>
                </a:solidFill>
              </a:defRPr>
            </a:pPr>
            <a:r>
              <a:t>User Experience</a:t>
            </a:r>
          </a:p>
          <a:p>
            <a:pPr lvl="1">
              <a:defRPr sz="1800">
                <a:solidFill>
                  <a:srgbClr val="1E2328"/>
                </a:solidFill>
              </a:defRPr>
            </a:pPr>
            <a:r>
              <a:t>Clear user vs assistant chat messages</a:t>
            </a:r>
          </a:p>
          <a:p>
            <a:pPr lvl="1">
              <a:defRPr sz="1800">
                <a:solidFill>
                  <a:srgbClr val="1E2328"/>
                </a:solidFill>
              </a:defRPr>
            </a:pPr>
            <a:r>
              <a:t>PDF upload and processing status</a:t>
            </a:r>
          </a:p>
          <a:p>
            <a:pPr lvl="1">
              <a:defRPr sz="1800">
                <a:solidFill>
                  <a:srgbClr val="1E2328"/>
                </a:solidFill>
              </a:defRPr>
            </a:pPr>
            <a:r>
              <a:t>Friendly runtime and validation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Validation and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Handles invalid or non-extractable PDFs.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Validates email, date (YYYY-MM-DD), and time (HH:MM).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Catches DB insert/connection failures.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Handles email delivery failures gracefully.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Shows user-friendly messages and status logs.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Challenges and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Challenge: scanned PDFs may have low extractable text.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Future: add OCR fallback for image-only PDFs.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Future: upgrade to semantic vector DB for larger corpora.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Future: add booking edit/cancel/export actions in admin panel.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Future: add STT/TTS and richer UI animations.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F324E"/>
                </a:solidFill>
              </a:defRPr>
            </a:pPr>
            <a:r>
              <a:t>Submission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E2328"/>
                </a:solidFill>
              </a:defRPr>
            </a:pPr>
            <a:r>
              <a:t>Deployment Link: https://tryingchatbot-fqskya4z4ncu5xdzhr973r.streamlit.app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GitHub Repository: https://github.com/devvv27/tryingchatbot</a:t>
            </a:r>
          </a:p>
          <a:p>
            <a:pPr>
              <a:defRPr sz="2200">
                <a:solidFill>
                  <a:srgbClr val="1E2328"/>
                </a:solidFill>
              </a:defRPr>
            </a:pPr>
            <a:r>
              <a:t>App includes chat, RAG, booking flow, DB storage, email tool, and admin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F324E"/>
                </a:solidFill>
              </a:defRPr>
            </a:pPr>
            <a:r>
              <a:t>AI Booking Assistant | NeoStats AI Engineer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668</Words>
  <Application>Microsoft Office PowerPoint</Application>
  <PresentationFormat>Custom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 Booking Assistant</vt:lpstr>
      <vt:lpstr>Agenda</vt:lpstr>
      <vt:lpstr>Use Case</vt:lpstr>
      <vt:lpstr>Solution Overview and Approach</vt:lpstr>
      <vt:lpstr>System Architecture</vt:lpstr>
      <vt:lpstr>RAG Design</vt:lpstr>
      <vt:lpstr>Booking Flow</vt:lpstr>
      <vt:lpstr>Booking Flow (Visual)</vt:lpstr>
      <vt:lpstr>Admin Dashboard and UX</vt:lpstr>
      <vt:lpstr>Validation and Error Handling</vt:lpstr>
      <vt:lpstr>Challenges and Future Improvements</vt:lpstr>
      <vt:lpstr>Submission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DEWANG CHOUDHARY-[BL.EN.U4AIE23145]</cp:lastModifiedBy>
  <cp:revision>2</cp:revision>
  <dcterms:created xsi:type="dcterms:W3CDTF">2013-01-27T09:14:16Z</dcterms:created>
  <dcterms:modified xsi:type="dcterms:W3CDTF">2026-03-29T07:35:58Z</dcterms:modified>
  <cp:category/>
</cp:coreProperties>
</file>